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66" d="100"/>
          <a:sy n="66" d="100"/>
        </p:scale>
        <p:origin x="644" y="44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US" sz="5100" b="1" dirty="0"/>
            </a:b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CENTER ANALYTICS DASHBOARD</a:t>
            </a: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sz="1600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n-US" sz="16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US" sz="1600" b="1" cap="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Nitumoni</a:t>
            </a:r>
            <a:r>
              <a:rPr lang="en-US" sz="16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Deka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 Acharya institute of      technology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Information science and engineering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ID: Nitumonij.20.beis@acharya.ac.in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9321" y="963029"/>
            <a:ext cx="4072122" cy="493648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System/Solution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 Approach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Deployment  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(Output Image)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with call centers receive thousands of customer calls daily.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tracking performance manually is difficult.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monitor: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number of calls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Call duration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Agent efficiency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Response time performance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dashboards, decision-making becomes slow and inefficient.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Develop an interactive Call Center Dashboard using Power BI.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2000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The dashboard will: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- Track total calls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- Monitor call duration (minutes &amp; hours)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- Show average call duration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- Analyze response time percentage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- Provide insights by state, reason, and sentiment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2000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This helps managers take quick and data-driven decisions.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Power BI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Excel / CSV Dataset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Modeling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Dashboard Creation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 Analysis Techniques used: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Aggregation (SUM, COUNT)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Average Calculation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Percentage Calculation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 used in Power BI for metrics.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Implemented: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Total Number of Calls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Total Call Duration (Minutes &amp; Hours)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Average Call Duration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Response Time Percentage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successfully visualizes call center performance.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include: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Call trends by day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Calls by state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Call reasons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Customer sentiment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4D7C6-E611-E207-04AD-1641E4EB3A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346" y="2002054"/>
            <a:ext cx="7430752" cy="3907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Call Center Dashboard developed using Power BI provides a clear and interactive view of call center performance.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tracking important KPIs such as total number of calls, call duration, average handling time, and response time percentage.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visualizations like charts and maps, the dashboard makes it easier to identify trends, customer behavior, and operational efficiency.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demonstrates how data analytics can improve decision-making, enhance productivity, and optimize customer service performance in an organization</a:t>
            </a:r>
            <a:r>
              <a:rPr lang="en-US" sz="2200" dirty="0">
                <a:latin typeface="Franklin Gothic Book" panose="020B0503020102020204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can be further enhanced in several ways: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Integration of real-time data to monitor live call center performance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 of machine learning models to predict call volumes and customer behavior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Adding advanced filters and drill-down features for deeper analysis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Integration with CRM systems for better customer insights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Development of a web-based dashboard for wider accessibility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improvements can make the system more powerful, scalable, and useful for large organizations.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GitHub Repository: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Link:</a:t>
            </a:r>
            <a:r>
              <a:rPr lang="en-IN" sz="2200" dirty="0">
                <a:solidFill>
                  <a:srgbClr val="0070C0"/>
                </a:solidFill>
                <a:latin typeface="Franklin Gothic Book" panose="020B0503020102020204"/>
              </a:rPr>
              <a:t> https://github.com/nitumoni01-design/call-center-dashboard.git</a:t>
            </a: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506</Words>
  <Application>Microsoft Office PowerPoint</Application>
  <PresentationFormat>Widescreen</PresentationFormat>
  <Paragraphs>93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Franklin Gothic Book</vt:lpstr>
      <vt:lpstr>Times New Roman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nitu moni</cp:lastModifiedBy>
  <cp:revision>102</cp:revision>
  <dcterms:created xsi:type="dcterms:W3CDTF">2024-05-21T11:55:00Z</dcterms:created>
  <dcterms:modified xsi:type="dcterms:W3CDTF">2026-03-23T06:21:09Z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